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242F"/>
    <a:srgbClr val="AA9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183DD1-DB12-614D-B586-D45DC997EB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79242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z="2400" dirty="0">
                <a:solidFill>
                  <a:srgbClr val="79242F"/>
                </a:solidFill>
                <a:latin typeface="AvenirNext LT Pro Regular" panose="020B0503020202020204" pitchFamily="34" charset="77"/>
              </a:rPr>
              <a:t>Presentation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0F898-8903-BA48-8639-790A081B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F639-1228-7243-A2F0-657A69CD7AE0}" type="datetimeFigureOut">
              <a:rPr lang="en-US" smtClean="0"/>
              <a:t>2/7/24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B69A9-A507-D34B-B38C-A63D7095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8B34B-89E4-A34C-9FB1-9226BD6D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90CB3-2AF8-DC0A-423A-06A09008CA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11771" y="571948"/>
            <a:ext cx="3968457" cy="10908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90C7CE-B5A4-820A-320C-872DDE241E7F}"/>
              </a:ext>
            </a:extLst>
          </p:cNvPr>
          <p:cNvSpPr/>
          <p:nvPr userDrawn="1"/>
        </p:nvSpPr>
        <p:spPr>
          <a:xfrm>
            <a:off x="0" y="2195138"/>
            <a:ext cx="12192000" cy="1307717"/>
          </a:xfrm>
          <a:prstGeom prst="rect">
            <a:avLst/>
          </a:prstGeom>
          <a:solidFill>
            <a:srgbClr val="AA9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1AFC4A-CD2F-4DFB-B4C5-B63E18762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551" y="2297736"/>
            <a:ext cx="8126896" cy="1102519"/>
          </a:xfrm>
        </p:spPr>
        <p:txBody>
          <a:bodyPr/>
          <a:lstStyle>
            <a:lvl1pPr algn="l">
              <a:defRPr sz="4400" b="1" i="0">
                <a:solidFill>
                  <a:schemeClr val="bg1"/>
                </a:solidFill>
                <a:latin typeface="Avenir Next LT Pro" panose="020B0504020202020204" pitchFamily="34" charset="77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3451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F8E3-815D-E54A-8ABE-0F5EC2802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rgbClr val="79242F"/>
                </a:solidFill>
                <a:latin typeface="AvenirNext LT Pro Medium" panose="020B0503020202020204" pitchFamily="34" charset="77"/>
              </a:rPr>
              <a:t>Page Title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435E7-D930-D442-BF54-20ED18DE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 LT Pro" panose="020B0504020202020204" pitchFamily="34" charset="77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Avenir Next LT Pro" panose="020B0504020202020204" pitchFamily="34" charset="77"/>
              </a:defRPr>
            </a:lvl2pPr>
            <a:lvl3pPr>
              <a:defRPr>
                <a:latin typeface="Avenir Next LT Pro" panose="020B0504020202020204" pitchFamily="34" charset="77"/>
              </a:defRPr>
            </a:lvl3pPr>
            <a:lvl4pPr>
              <a:defRPr>
                <a:latin typeface="Avenir Next LT Pro" panose="020B0504020202020204" pitchFamily="34" charset="77"/>
              </a:defRPr>
            </a:lvl4pPr>
            <a:lvl5pPr>
              <a:defRPr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61ED5-E582-2B4D-8B7D-1980438C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9CB1F-DB6C-ED49-8E32-DF2FE5F4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E1675-FB66-481C-52CD-144A4DD591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0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7924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BD46-F0D4-6D4D-BE5B-DCFD06B89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 dirty="0">
                <a:latin typeface="Avenir Next LT Pro" panose="020B0504020202020204" pitchFamily="34" charset="77"/>
              </a:rPr>
              <a:t>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AAEA8-D1F7-B343-B162-190526C3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6C417-90E3-E343-895C-5DD90623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F639-1228-7243-A2F0-657A69CD7AE0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16B93-C17E-9C44-A6FB-6709C4CE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47970-5174-B74A-8707-778A7796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0BA7-8AA2-314D-8176-9E5A15C98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9242F"/>
                </a:solidFill>
                <a:latin typeface="AvenirNext LT Pro Medium" panose="020B0503020202020204" pitchFamily="34" charset="77"/>
              </a:rPr>
              <a:t>Page Title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7319-7F6D-6641-BF71-986348198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venir Next LT Pro" panose="020B0504020202020204" pitchFamily="34" charset="77"/>
              </a:defRPr>
            </a:lvl1pPr>
            <a:lvl2pPr>
              <a:defRPr>
                <a:latin typeface="Avenir Next LT Pro" panose="020B0504020202020204" pitchFamily="34" charset="77"/>
              </a:defRPr>
            </a:lvl2pPr>
            <a:lvl3pPr>
              <a:defRPr>
                <a:latin typeface="Avenir Next LT Pro" panose="020B0504020202020204" pitchFamily="34" charset="77"/>
              </a:defRPr>
            </a:lvl3pPr>
            <a:lvl4pPr>
              <a:defRPr>
                <a:latin typeface="Avenir Next LT Pro" panose="020B0504020202020204" pitchFamily="34" charset="77"/>
              </a:defRPr>
            </a:lvl4pPr>
            <a:lvl5pPr>
              <a:defRPr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54C7C-5211-1347-9AE5-18B392C2D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venir Next LT Pro" panose="020B0504020202020204" pitchFamily="34" charset="77"/>
              </a:defRPr>
            </a:lvl1pPr>
            <a:lvl2pPr>
              <a:defRPr>
                <a:latin typeface="Avenir Next LT Pro" panose="020B0504020202020204" pitchFamily="34" charset="77"/>
              </a:defRPr>
            </a:lvl2pPr>
            <a:lvl3pPr>
              <a:defRPr>
                <a:latin typeface="Avenir Next LT Pro" panose="020B0504020202020204" pitchFamily="34" charset="77"/>
              </a:defRPr>
            </a:lvl3pPr>
            <a:lvl4pPr>
              <a:defRPr>
                <a:latin typeface="Avenir Next LT Pro" panose="020B0504020202020204" pitchFamily="34" charset="77"/>
              </a:defRPr>
            </a:lvl4pPr>
            <a:lvl5pPr>
              <a:defRPr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F9F1B-353C-234B-92AA-CFD46A4A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6A536-F688-2544-88EB-6AE66C91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B4BE8-DD58-10A7-0E4C-769F7EFE7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54F1-95A2-F44F-8D2B-09E5C71F8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z="4400" b="1" dirty="0">
                <a:solidFill>
                  <a:srgbClr val="79242F"/>
                </a:solidFill>
                <a:latin typeface="AvenirNext LT Pro Medium" panose="020B0503020202020204" pitchFamily="34" charset="77"/>
              </a:rPr>
              <a:t>Page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AFCD4-D2DF-FB44-8EAF-E719DF48C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venir Next LT Pro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3108-F9E3-F244-BCC8-64345EF96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venir Next LT Pro" panose="020B0504020202020204" pitchFamily="34" charset="77"/>
              </a:defRPr>
            </a:lvl1pPr>
            <a:lvl2pPr>
              <a:defRPr>
                <a:latin typeface="Avenir Next LT Pro" panose="020B0504020202020204" pitchFamily="34" charset="77"/>
              </a:defRPr>
            </a:lvl2pPr>
            <a:lvl3pPr>
              <a:defRPr>
                <a:latin typeface="Avenir Next LT Pro" panose="020B0504020202020204" pitchFamily="34" charset="77"/>
              </a:defRPr>
            </a:lvl3pPr>
            <a:lvl4pPr>
              <a:defRPr>
                <a:latin typeface="Avenir Next LT Pro" panose="020B0504020202020204" pitchFamily="34" charset="77"/>
              </a:defRPr>
            </a:lvl4pPr>
            <a:lvl5pPr>
              <a:defRPr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32B7C-53EB-5D42-B377-8305C54B1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venir Next LT Pro" panose="020B0504020202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E3EDE-2629-934D-89E1-0F207A26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venir Next LT Pro" panose="020B0504020202020204" pitchFamily="34" charset="77"/>
              </a:defRPr>
            </a:lvl1pPr>
            <a:lvl2pPr>
              <a:defRPr>
                <a:latin typeface="Avenir Next LT Pro" panose="020B0504020202020204" pitchFamily="34" charset="77"/>
              </a:defRPr>
            </a:lvl2pPr>
            <a:lvl3pPr>
              <a:defRPr>
                <a:latin typeface="Avenir Next LT Pro" panose="020B0504020202020204" pitchFamily="34" charset="77"/>
              </a:defRPr>
            </a:lvl3pPr>
            <a:lvl4pPr>
              <a:defRPr>
                <a:latin typeface="Avenir Next LT Pro" panose="020B0504020202020204" pitchFamily="34" charset="77"/>
              </a:defRPr>
            </a:lvl4pPr>
            <a:lvl5pPr>
              <a:defRPr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4AF4-5581-2143-A2D2-65CCB9A5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CA8EA-61D3-E34B-A35B-BBC87F7C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A4107B-A8F3-D02E-2133-A792416CDC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9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AB99-57D4-284A-8657-67162EA253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rgbClr val="79242F"/>
                </a:solidFill>
                <a:latin typeface="AvenirNext LT Pro Medium" panose="020B0503020202020204" pitchFamily="34" charset="77"/>
              </a:rPr>
              <a:t>Page Title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E7267-7A59-E049-95BE-40783D60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73F9F-D550-2A42-A7AF-06BEA175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770AF2-F597-52C0-5B49-5E74E1C49A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5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E96FC-286A-F74F-88ED-DA61383B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F639-1228-7243-A2F0-657A69CD7AE0}" type="datetimeFigureOut">
              <a:rPr lang="en-US" smtClean="0"/>
              <a:t>2/7/24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B1035-C3D5-8949-94F4-3608A05C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5086A-72E5-F24E-89F7-00B34274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2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498F-D0FD-B94B-9D6D-5D89C902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venir Next LT Pro" panose="020B05040202020202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973F4-30EF-6947-A429-E7D907E7D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venir Next LT Pro" panose="020B0504020202020204" pitchFamily="34" charset="77"/>
              </a:defRPr>
            </a:lvl1pPr>
            <a:lvl2pPr>
              <a:defRPr sz="2800">
                <a:latin typeface="Avenir Next LT Pro" panose="020B0504020202020204" pitchFamily="34" charset="77"/>
              </a:defRPr>
            </a:lvl2pPr>
            <a:lvl3pPr>
              <a:defRPr sz="2400">
                <a:latin typeface="Avenir Next LT Pro" panose="020B0504020202020204" pitchFamily="34" charset="77"/>
              </a:defRPr>
            </a:lvl3pPr>
            <a:lvl4pPr>
              <a:defRPr sz="2000">
                <a:latin typeface="Avenir Next LT Pro" panose="020B0504020202020204" pitchFamily="34" charset="77"/>
              </a:defRPr>
            </a:lvl4pPr>
            <a:lvl5pPr>
              <a:defRPr sz="2000">
                <a:latin typeface="Avenir Next LT Pro" panose="020B0504020202020204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43CFF-3D65-AA46-B844-9AAF0E6C2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venir Next LT Pro" panose="020B0504020202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AB8E4-E017-D54C-9349-7DA29B72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3A90-DC44-2E43-8F77-BD8ECA60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14150-EE6B-4C99-1415-38F2AD6343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909F-A53A-3F46-BE09-2E4B5C79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venir Next LT Pro" panose="020B0504020202020204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55BA10-8258-4049-9552-648F59B15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venir Next LT Pro" panose="020B0504020202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4FA86-F8E1-E746-B544-A5D02AE33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venir Next LT Pro" panose="020B0504020202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28C9F-212D-9B4E-B4A7-C9FD528F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03693-08CB-2E44-88B2-3E26DEC8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69876-3BD2-9A6E-6EF9-654750827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279586"/>
            <a:ext cx="1886902" cy="5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9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7BEB-95F2-9F41-A40F-C00A3F6F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80B11-058F-314F-9F28-C03C91104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49ABF-9E36-F648-9EAF-BEBFB715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F639-1228-7243-A2F0-657A69CD7AE0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F281-B4FB-F949-80E6-6EE328E0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C725F-1CDB-CD45-9DFC-04B84610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4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A91C7-B109-AF45-9DF1-8F334CED2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32139-6DA5-2043-9175-DFE6038FA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14F46-F9FA-B449-862D-E0D4AE6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0F639-1228-7243-A2F0-657A69CD7AE0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B971B-2616-524A-8C4C-040005FE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49C13-A1A6-B141-BBDB-833C4CD5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29E9B-3965-E045-917D-9E54B71E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9260-F411-FD4D-A166-A9E8BC7A2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B3F4D-D427-2843-891B-FC617A978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0F639-1228-7243-A2F0-657A69CD7AE0}" type="datetimeFigureOut">
              <a:rPr lang="en-US" smtClean="0"/>
              <a:t>2/7/24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E0381-C5C2-E84C-B738-032FB7E8C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36681-3C84-6C4D-8523-93C7C639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E449B-A651-C547-8627-49764A2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9242F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7897EE-C736-534D-8D0B-F10DAD553460}"/>
              </a:ext>
            </a:extLst>
          </p:cNvPr>
          <p:cNvSpPr/>
          <p:nvPr/>
        </p:nvSpPr>
        <p:spPr>
          <a:xfrm>
            <a:off x="0" y="2195138"/>
            <a:ext cx="12192000" cy="1307717"/>
          </a:xfrm>
          <a:prstGeom prst="rect">
            <a:avLst/>
          </a:prstGeom>
          <a:solidFill>
            <a:srgbClr val="AA9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971BA-80E7-534C-BE17-1B53F80E3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71853"/>
            <a:ext cx="9144000" cy="754285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venirNext LT Pro Medium" panose="020B0503020202020204" pitchFamily="34" charset="77"/>
              </a:rPr>
              <a:t>Presentation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C1B01-B839-E542-84E7-403308086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71" y="571948"/>
            <a:ext cx="3968457" cy="109080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64B8512-D5DB-6048-8CDB-CBBF33A0584C}"/>
              </a:ext>
            </a:extLst>
          </p:cNvPr>
          <p:cNvSpPr txBox="1">
            <a:spLocks/>
          </p:cNvSpPr>
          <p:nvPr/>
        </p:nvSpPr>
        <p:spPr>
          <a:xfrm>
            <a:off x="1524000" y="3624284"/>
            <a:ext cx="9144000" cy="518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79242F"/>
                </a:solidFill>
                <a:latin typeface="AvenirNext LT Pro Regular" panose="020B0503020202020204" pitchFamily="34" charset="77"/>
              </a:rPr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66522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AC1B01-B839-E542-84E7-403308086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46" y="6043000"/>
            <a:ext cx="1886902" cy="5186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64B8512-D5DB-6048-8CDB-CBBF33A0584C}"/>
              </a:ext>
            </a:extLst>
          </p:cNvPr>
          <p:cNvSpPr txBox="1">
            <a:spLocks/>
          </p:cNvSpPr>
          <p:nvPr/>
        </p:nvSpPr>
        <p:spPr>
          <a:xfrm>
            <a:off x="427946" y="437952"/>
            <a:ext cx="2863894" cy="631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rgbClr val="79242F"/>
                </a:solidFill>
                <a:latin typeface="AvenirNext LT Pro Medium" panose="020B0503020202020204" pitchFamily="34" charset="77"/>
              </a:rPr>
              <a:t>Page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7FC2AC6-FACB-824E-B06C-202CC5FF1BF4}"/>
              </a:ext>
            </a:extLst>
          </p:cNvPr>
          <p:cNvSpPr txBox="1">
            <a:spLocks/>
          </p:cNvSpPr>
          <p:nvPr/>
        </p:nvSpPr>
        <p:spPr>
          <a:xfrm>
            <a:off x="427743" y="1251847"/>
            <a:ext cx="8713817" cy="518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latin typeface="AvenirNext LT Pro Regular" panose="020B0503020202020204" pitchFamily="34" charset="77"/>
              </a:rPr>
              <a:t>Content </a:t>
            </a:r>
          </a:p>
        </p:txBody>
      </p:sp>
    </p:spTree>
    <p:extLst>
      <p:ext uri="{BB962C8B-B14F-4D97-AF65-F5344CB8AC3E}">
        <p14:creationId xmlns:p14="http://schemas.microsoft.com/office/powerpoint/2010/main" val="2075376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7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Avenir Next LT Pro</vt:lpstr>
      <vt:lpstr>AvenirNext LT Pro Medium</vt:lpstr>
      <vt:lpstr>AvenirNext LT Pro Regular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Hardesty, Jason B</dc:creator>
  <cp:lastModifiedBy>Nowlin, Matt</cp:lastModifiedBy>
  <cp:revision>15</cp:revision>
  <dcterms:created xsi:type="dcterms:W3CDTF">2019-06-26T17:15:42Z</dcterms:created>
  <dcterms:modified xsi:type="dcterms:W3CDTF">2024-02-07T13:50:45Z</dcterms:modified>
</cp:coreProperties>
</file>